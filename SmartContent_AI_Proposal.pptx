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Arial"/>
              </a:defRPr>
            </a:pPr>
            <a:r>
              <a:t>SmartContent AI:</a:t>
            </a:r>
            <a:br/>
            <a:r>
              <a:t>Automated Post &amp; Caption Generator for Tech Clubs</a:t>
            </a:r>
          </a:p>
          <a:p>
            <a:br/>
            <a:pPr algn="l">
              <a:defRPr sz="1800">
                <a:solidFill>
                  <a:srgbClr val="475569"/>
                </a:solidFill>
                <a:latin typeface="Arial"/>
              </a:defRPr>
            </a:pPr>
            <a:r>
              <a:t>Android Club VIT-AP | Prepared by Venisha Tanja, Social Media Co-Lead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Core Issue: </a:t>
            </a:r>
            <a:r>
              <a:rPr sz="1600">
                <a:solidFill>
                  <a:srgbClr val="475569"/>
                </a:solidFill>
                <a:latin typeface="Arial"/>
              </a:rPr>
              <a:t>Student chapters host weekly technical events, but the social media team spends hours manually researching technical concepts, writing complex captions, and finding hashtags for platforms like LinkedIn and Instagram.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Impact: </a:t>
            </a:r>
            <a:r>
              <a:rPr sz="1600">
                <a:solidFill>
                  <a:srgbClr val="475569"/>
                </a:solidFill>
                <a:latin typeface="Arial"/>
              </a:rPr>
              <a:t>This heavy manual workflow introduces creative bottlenecks, causes major delays in marketing timelines, and leads to inconsistent posting schedules that lower target student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The SmartContent AI Fix: </a:t>
            </a:r>
            <a:r>
              <a:rPr sz="1600">
                <a:solidFill>
                  <a:srgbClr val="475569"/>
                </a:solidFill>
                <a:latin typeface="Arial"/>
              </a:rPr>
              <a:t>A direct web dashboard where social media managers can instantly input a raw topic outline (e.g., 'Kotlin Workshop on Friday').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Automated Deliverables: </a:t>
            </a:r>
            <a:r>
              <a:rPr sz="1600">
                <a:solidFill>
                  <a:srgbClr val="475569"/>
                </a:solidFill>
                <a:latin typeface="Arial"/>
              </a:rPr>
              <a:t>The system instantly outputs a structured visual text layout for multi-slide posts, a polished professional LinkedIn content write-up, an engaging Instagram caption, and matching high-reach technical hashtags.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Frontend Layer: </a:t>
            </a:r>
            <a:r>
              <a:rPr sz="1600">
                <a:solidFill>
                  <a:srgbClr val="475569"/>
                </a:solidFill>
                <a:latin typeface="Arial"/>
              </a:rPr>
              <a:t>A modern, highly responsive web dashboard interface where the creative social media team inputs event core briefs and parameters.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Backend Application Layer: </a:t>
            </a:r>
            <a:r>
              <a:rPr sz="1600">
                <a:solidFill>
                  <a:srgbClr val="475569"/>
                </a:solidFill>
                <a:latin typeface="Arial"/>
              </a:rPr>
              <a:t>A secure API backend web server that ingests user data inputs, runs validation filtering, and handles network traffic requests smoothly.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AI Engine Layer: </a:t>
            </a:r>
            <a:r>
              <a:rPr sz="1600">
                <a:solidFill>
                  <a:srgbClr val="475569"/>
                </a:solidFill>
                <a:latin typeface="Arial"/>
              </a:rPr>
              <a:t>A custom system integrating a pre-trained language engine fine-tuned with hyper-specific social prompts tailored for community outreach.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Step 1: Input Generation: </a:t>
            </a:r>
            <a:r>
              <a:rPr sz="1600">
                <a:solidFill>
                  <a:srgbClr val="475569"/>
                </a:solidFill>
                <a:latin typeface="Arial"/>
              </a:rPr>
              <a:t>User logs securely into the portal dashboard and supplies data inputs: 'Android UI Design Session, Nov 5th at 4 PM.'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Step 2: Core Processing: </a:t>
            </a:r>
            <a:r>
              <a:rPr sz="1600">
                <a:solidFill>
                  <a:srgbClr val="475569"/>
                </a:solidFill>
                <a:latin typeface="Arial"/>
              </a:rPr>
              <a:t>The secure backend API layer transforms raw user input strings and passes them down to the AI core engine pipeline.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Step 3: Multi-Tone Outputs: </a:t>
            </a:r>
            <a:r>
              <a:rPr sz="1600">
                <a:solidFill>
                  <a:srgbClr val="475569"/>
                </a:solidFill>
                <a:latin typeface="Arial"/>
              </a:rPr>
              <a:t>The system displays three formatted copy variants out-of-the-box: Professional Corporate, Casual Interactive, and standard Video Scripts.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Step 4: Campaign Management: </a:t>
            </a:r>
            <a:r>
              <a:rPr sz="1600">
                <a:solidFill>
                  <a:srgbClr val="475569"/>
                </a:solidFill>
                <a:latin typeface="Arial"/>
              </a:rPr>
              <a:t>The active marketer single-clicks to copy structured assets or exports directly out to production marketing calendars.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Development Framework: </a:t>
            </a:r>
            <a:r>
              <a:rPr sz="1600">
                <a:solidFill>
                  <a:srgbClr val="475569"/>
                </a:solidFill>
                <a:latin typeface="Arial"/>
              </a:rPr>
              <a:t>Agile Iterative Framework model allowing fast cross-department prototype loops.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Phase 1 - Blueprinting: </a:t>
            </a:r>
            <a:r>
              <a:rPr sz="1600">
                <a:solidFill>
                  <a:srgbClr val="475569"/>
                </a:solidFill>
                <a:latin typeface="Arial"/>
              </a:rPr>
              <a:t>Mapping clean dashboard layouts, prototyping structural wireframes, and calibrating generative text formatting guidelines.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Phase 2 - Systems Engineering: </a:t>
            </a:r>
            <a:r>
              <a:rPr sz="1600">
                <a:solidFill>
                  <a:srgbClr val="475569"/>
                </a:solidFill>
                <a:latin typeface="Arial"/>
              </a:rPr>
              <a:t>Assembling core engine endpoints and establishing direct, ultra-low latency backend communication connections.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Phase 3 - Validation Loops: </a:t>
            </a:r>
            <a:r>
              <a:rPr sz="1600">
                <a:solidFill>
                  <a:srgbClr val="475569"/>
                </a:solidFill>
                <a:latin typeface="Arial"/>
              </a:rPr>
              <a:t>Beta testing the product ecosystem strictly inside the real-world Android Club operations unit to continuously clean up contextual copy output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Frontend Framework: </a:t>
            </a:r>
            <a:r>
              <a:rPr sz="1600">
                <a:solidFill>
                  <a:srgbClr val="475569"/>
                </a:solidFill>
                <a:latin typeface="Arial"/>
              </a:rPr>
              <a:t>React.js / Flutter Web for building dynamic web view components.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Backend Framework: </a:t>
            </a:r>
            <a:r>
              <a:rPr sz="1600">
                <a:solidFill>
                  <a:srgbClr val="475569"/>
                </a:solidFill>
                <a:latin typeface="Arial"/>
              </a:rPr>
              <a:t>Node.js (Express) / Python FastAPI ensuring fast server runtime execution metrics.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Core Engine Integration: </a:t>
            </a:r>
            <a:r>
              <a:rPr sz="1600">
                <a:solidFill>
                  <a:srgbClr val="475569"/>
                </a:solidFill>
                <a:latin typeface="Arial"/>
              </a:rPr>
              <a:t>Google Gemini API facilitating specialized large language text processing algorithms.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1E293B"/>
                </a:solidFill>
                <a:latin typeface="Arial"/>
              </a:rPr>
              <a:t>Version Control Infrastructure: </a:t>
            </a:r>
            <a:r>
              <a:rPr sz="1600">
                <a:solidFill>
                  <a:srgbClr val="475569"/>
                </a:solidFill>
                <a:latin typeface="Arial"/>
              </a:rPr>
              <a:t>GitHub workspace engine allowing secure team file storage, code tracking, and asynchronous feature branching edits.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